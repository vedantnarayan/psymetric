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pic>
        <p:nvPicPr>
          <p:cNvPr id="3" name="Picture 2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2011680"/>
            <a:ext cx="3020438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9319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Poppins"/>
              </a:defRPr>
            </a:pPr>
            <a:r>
              <a:t>PsyMetric Labs PVT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EA5E9"/>
                </a:solidFill>
                <a:latin typeface="Lato"/>
              </a:defRPr>
            </a:pPr>
            <a:r>
              <a:t>psymetric.online - The Future of Career Analysis for Students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Overview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846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Target Audience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240280"/>
            <a:ext cx="42976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Primarily targeting 8th/9th and 11th/12th Grade Students.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Providing crucial guidance during their most pivotal educational milestones.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The AI-Driven Mechanism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40280"/>
            <a:ext cx="457200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Assessment Model: Initial pilot phase utilizes a fixed questionnaire. Transitions into a fully dynamic, AI-driven evaluation post-pilot.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Technology Core: Questions are generated &amp; individually tailored by our in-house trained AI model.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Evaluation: Powered by a proprietary, research-backed Machine Learning algorithm.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Ultimate Outcome: Highly accurate, data-driven career path guidance matched to the student's unique psychometric profile.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Student Dashboard (Personal Progress)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1640" y="1371600"/>
            <a:ext cx="87782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ent_dashboard_v2_17735161177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463040"/>
            <a:ext cx="8595360" cy="859536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School Dashboard (Aggregated Analytics)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1640" y="1371600"/>
            <a:ext cx="87782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hool_dashboard_v2_1773516146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463040"/>
            <a:ext cx="8595360" cy="859536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Client Dashboard (Direct Signup)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1640" y="1371600"/>
            <a:ext cx="87782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ent_dashboard_v2_17735161739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463040"/>
            <a:ext cx="8595360" cy="8595360"/>
          </a:xfrm>
          <a:prstGeom prst="rect">
            <a:avLst/>
          </a:prstGeom>
        </p:spPr>
      </p:pic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Gamification &amp; Student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sy (Masscot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292608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0" y="1463040"/>
            <a:ext cx="6217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7373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Transforming the Assessment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240280"/>
            <a:ext cx="56692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37744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Game-Like Format: Questionnaires are designed to feel like an interactive game. We completely eliminate the stress, pressure, and fatigue of traditional diagnostic interviews.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Reward &amp; Progression: We implement a comprehensive Badge System. Students earn badges as part of the game to encourage completion and celebrate milestones.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Mascot Integration: 'Psy' the owl serves as a friendly, relatable companion and guide throughout the entire user journey.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Post-Assessment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32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Continuous Engagement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240280"/>
            <a:ext cx="97840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Our relationship with the user does not end after the assessment. We guide their next steps actively.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4937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Experiential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343400"/>
            <a:ext cx="43891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480560"/>
            <a:ext cx="43891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Tailored Summer Camps: Immersive, hands-on experiences customized for different student categories based on their assessment results.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Interactive Workshops &amp; Seminars: Targeted skill-building sessions hosted by specific industry experts.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66160"/>
            <a:ext cx="49377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Modern Media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343400"/>
            <a:ext cx="43891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480560"/>
            <a:ext cx="43891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Podcasts &amp; Audio Series: Interviews with professionals tailored to students' matched career paths.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Continuous Content Ecosystem: Keeping students deeply engaged with the PsyMetric brand.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Business Plan &amp; Go-To-Market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937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Phase 1: Pilot (0-6 Months)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240280"/>
            <a:ext cx="43891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Strategy: Provide the platform to 10 Schools completely FREE.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Purpose: This phase uses the static questionnaire.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Goal: Critical for collecting robust, real-world baseline data from thousands of students to train and refine our dynamic AI models before charging.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4937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Phase 2: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240280"/>
            <a:ext cx="43891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Strategy: Onboard 20 Schools (average of 200 students per school).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Revenue Model: ₹100 per student.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Expected Early Revenue: ₹4,00,000.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Outcome: Prepares the business for immediate scaling and shows strong product-market fit.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Expansion &amp; Phenomenal Market Potential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32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The Indian Landscape &amp; The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240280"/>
            <a:ext cx="97840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Current Value: India's career counseling market is estimated at over ₹5,000 Crore.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Growth Trajectory: Experiencing a robust 15% CAGR, poised to double to ₹10,000 Crore by the end of the decade.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The Massive Gap: There is a severe shortage of trained professionals. India currently has only ~10,000 counselors against a projected need of 14 Lakhs.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Our Advantage: This creates an astronomical vacuum for accessible, AI-driven EdTech assessments. We scale instantly where human counselors cannot.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Phase 3 Goal: Full regional dominance, starting with capturing the complete Bihar region, leading to massive 3-year profit margins.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syMetric Logo (transparen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06813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20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Poppins"/>
              </a:defRPr>
            </a:pPr>
            <a:r>
              <a:t>Financials: Expected Expenses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486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937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Tech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240280"/>
            <a:ext cx="43891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3891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Software development, cloud hosting, AI model training cycles, and ML algorithm maintenance.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49377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240280"/>
            <a:ext cx="43891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3891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Day-to-day business management, platform scaling maintenance, and customer success support hubs.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4937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Sales &amp; Collaborations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4617720"/>
            <a:ext cx="43891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7548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Strategic partnerships with educational institutions and hiring on-field B2B sales executives.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4937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EA5E9"/>
                </a:solidFill>
                <a:latin typeface="Poppins"/>
              </a:defRPr>
            </a:pPr>
            <a:r>
              <a:t>Marketing &amp; Giftings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617720"/>
            <a:ext cx="438912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7548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Strategic gifts for faculties and school principals.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Designed to build trust, expand network, and secure high-value B2B pilot programs and sales.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  <p:par>
        <p:cTn id="1" nodeType="tmRoot">
          <p:childTnLst>
            <p:seq concurrent="1" nextAc="seek">
              <p:par>
                <p:cTn id="2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id="3"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